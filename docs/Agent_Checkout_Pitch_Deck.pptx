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7850"/>
                </a:solidFill>
              </a:defRPr>
            </a:pPr>
            <a:r>
              <a:t>Agent Checkout</a:t>
            </a:r>
          </a:p>
          <a:p>
            <a:pPr>
              <a:spcBef>
                <a:spcPts val="1200"/>
              </a:spcBef>
              <a:defRPr sz="1800">
                <a:solidFill>
                  <a:srgbClr val="5A5A5A"/>
                </a:solidFill>
              </a:defRPr>
            </a:pPr>
            <a:r>
              <a:t>Agent-native Shopify commerce on Somnia</a:t>
            </a:r>
            <a:br/>
            <a:r>
              <a:t>Encode Agentathon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Agent Checkout makes any Shopify store purchasable by AI agents in ~2 minutes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Agents discover products via MCP, pay via HTTP 402 + native STT on Somnia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Somnia Agents power pricing oracle, address validation, and NL product search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Confirmed orders sync to Shopify Admin — merchants keep existing workflows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Open-source prototype deployed on Shannon Testnet (chain ID 50312)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Commerce Was Built for Humans, Not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4.8M+ Shopify merchants — none have a standard agent checkout interface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AI agents cannot reliably browse, cart, and pay across arbitrary storefronts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Payment stacks (Stripe, cards) assume human authorization and sessions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Custom agent integrations are expensive, fragile, and non-composable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Merchants miss a new distribution channel: autonomous AI shoppers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Sources: Shopify merchant stats; agent payment protocol adoption reports 2025–2026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Market Opportunity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Agentic Commerce Is Becoming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WEF projection: ~$30T agent economy potential by 2030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AI agent market: ~$7.8B (2026) → ~$52B projected (2030)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12,000+ production MCP servers by mid-2026 (up from ~100 in early 2025)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x402: 50M+ transactions; Linux Foundation standard (Coinbase, Cloudflare, Shopify participants)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Visa TAP + Mastercard Agent Pay: 5,000+ merchants in pilot programs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18% of B2B SaaS already deploy MCP servers; ecommerce catching up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Sources: Presenc AI Agentic Commerce Benchmarks 2026; primores.org agent payment wiki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Gap We Fill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850"/>
                </a:solidFill>
              </a:defRPr>
            </a:pPr>
            <a:r>
              <a:t>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x402 rails — payment only, no merchant onboarding</a:t>
            </a:r>
          </a:p>
          <a:p>
            <a:pPr>
              <a:spcAft>
                <a:spcPts val="800"/>
              </a:spcAft>
              <a:defRPr sz="1400"/>
            </a:pPr>
            <a:r>
              <a:t>Shopify UCP/AP2 — authorization schema, not agent checkout</a:t>
            </a:r>
          </a:p>
          <a:p>
            <a:pPr>
              <a:spcAft>
                <a:spcPts val="800"/>
              </a:spcAft>
              <a:defRPr sz="1400"/>
            </a:pPr>
            <a:r>
              <a:t>Generic MCP servers — no payments or order fulfillment</a:t>
            </a:r>
          </a:p>
          <a:p>
            <a:pPr>
              <a:spcAft>
                <a:spcPts val="800"/>
              </a:spcAft>
              <a:defRPr sz="1400"/>
            </a:pPr>
            <a:r>
              <a:t>Solana x402 demos — not Shopify-native, not Somnia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850"/>
                </a:solidFill>
              </a:defRPr>
            </a:pPr>
            <a:r>
              <a:t>Agent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Full loop: discover → 402 → pay → verify → Shopify order</a:t>
            </a:r>
          </a:p>
          <a:p>
            <a:pPr>
              <a:spcAft>
                <a:spcPts val="800"/>
              </a:spcAft>
              <a:defRPr sz="1400"/>
            </a:pPr>
            <a:r>
              <a:t>2-minute merchant setup, no code changes</a:t>
            </a:r>
          </a:p>
          <a:p>
            <a:pPr>
              <a:spcAft>
                <a:spcPts val="800"/>
              </a:spcAft>
              <a:defRPr sz="1400"/>
            </a:pPr>
            <a:r>
              <a:t>Dual MCP architecture (shop + pay)</a:t>
            </a:r>
          </a:p>
          <a:p>
            <a:pPr>
              <a:spcAft>
                <a:spcPts val="800"/>
              </a:spcAft>
              <a:defRPr sz="1400"/>
            </a:pPr>
            <a:r>
              <a:t>Somnia-native settlement + Somnia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Our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Product: Agent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Merchant UI (Next.js): register store, select products, monitor orders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Shopping MCP (:3001): list_stores, search_products_nl, initiate/finalize checkout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Payment MCP (:3002): make_stt_payment with on-chain proof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HTTP 402 two-phase checkout with x402-somnia-stt-v1 scheme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Supabase for stores, products, order intents, orders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Shopify Admin API creates paid orders after on-chain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Checkout Flow (HTTP 402)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Phase 1: Agent calls initiate_checkout → server returns HTTP 402 + STT payment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Somnia Agents validate address + fetch STT/USD rate before quoting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Agent pays native STT via Payment MCP → receives txHash proof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Phase 2: finalize_checkout with X-PAYMENT header → viem verifies receipt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Server creates paid order in Shopify → merchant sees it in dashboard + 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Why Somnia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Somnia: The Agentic 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Purpose-built L1 for agents and real-time applications — 1M+ TPS, sub-second finality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Somnia Agents: consensus-validated off-chain compute (JSON API, LLM inference)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Native STT/SOMI settlement — aligns with micropayment economics (sub-cent fees)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EVM-compatible — viem, Hardhat, existing Solidity tooling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Reactive architecture — smart contracts can respond to on-chain events in real time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Encode Agentathon + Somnia AI Hackathon alignment — ecosystem actively funding agent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Sources: somnia.network, docs.somnia.network/agents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Somnia vs. Other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850"/>
                </a:solidFill>
              </a:defRPr>
            </a:pPr>
            <a: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Base/Solana x402 — mature rails but no native agent compute layer</a:t>
            </a:r>
          </a:p>
          <a:p>
            <a:pPr>
              <a:spcAft>
                <a:spcPts val="800"/>
              </a:spcAft>
              <a:defRPr sz="1400"/>
            </a:pPr>
            <a:r>
              <a:t>Ethereum L1 — high fees break agent micropayments</a:t>
            </a:r>
          </a:p>
          <a:p>
            <a:pPr>
              <a:spcAft>
                <a:spcPts val="800"/>
              </a:spcAft>
              <a:defRPr sz="1400"/>
            </a:pPr>
            <a:r>
              <a:t>Centralized APIs — no verifiable consensus on oracle/LLM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850"/>
                </a:solidFill>
              </a:defRPr>
            </a:pPr>
            <a:r>
              <a:t>Somnia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Agents + payments + commerce on one chain</a:t>
            </a:r>
          </a:p>
          <a:p>
            <a:pPr>
              <a:spcAft>
                <a:spcPts val="800"/>
              </a:spcAft>
              <a:defRPr sz="1400"/>
            </a:pPr>
            <a:r>
              <a:t>Deterministic LLMs enable consensus on AI outputs</a:t>
            </a:r>
          </a:p>
          <a:p>
            <a:pPr>
              <a:spcAft>
                <a:spcPts val="800"/>
              </a:spcAft>
              <a:defRPr sz="1400"/>
            </a:pPr>
            <a:r>
              <a:t>Hyper-performance for high-frequency agent transactions</a:t>
            </a:r>
          </a:p>
          <a:p>
            <a:pPr>
              <a:spcAft>
                <a:spcPts val="800"/>
              </a:spcAft>
              <a:defRPr sz="1400"/>
            </a:pPr>
            <a:r>
              <a:t>Strong hackathon/ecosystem signal for hiring &amp; grants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Unique Selling 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What Makes Agent Checkout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Only Shopify + MCP + HTTP 402 + Somnia Agents in one open-source stack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Merchants: zero blockchain knowledge — 2-minute setup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Agents: standard MCP tools — no scraping or custom per-store APIs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Payments: verifiable on-chain STT, not trust-me callbacks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Intelligence: Somnia Agents for oracle, validation, NL search (not just chain swap)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Orders: land in Shopify Admin like any normal sale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What We Have Built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Development Progress (Complete Prototype)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Migrated from Solana/USDC template → Somnia STT + viem SDK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Cursor dev environment: rules, skills, subagents for Somnia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packages/backend: Express API, dual MCP servers, x402-sdk, somnia-agents module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packages/frontend: Agent Checkout branded UI, dashboard with explorer links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Security: body-hash anti-tampering, 15-min intent expiry, receipt verification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Docs: comprehensive README, SUBMISSION.md, this pitch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Frontend: Next.js 16, React 19, Tailwind CSS 4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Backend: Express, TypeScript, Zod, Model Context Protocol SDK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Database: Supabase (PostgreSQL)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Blockchain: Somnia Shannon Testnet, viem, native STT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Commerce: Shopify Admin REST API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Protocols: HTTP 402 (x402), MCP JSON-RPC 2.0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Business Model &amp; GTM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Monetization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SaaS: monthly fee per agent-enabled Shopify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Take rate: small % on agent-settled STT volume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Enterprise: white-label MCP + compliance for large merchants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Protocol services: hosted facilitators, oracle, and agent invocation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Ecosystem grants: Somnia, Encode, Shopify partner programs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Phase 1: Hackathon demo + open-source GitHub (now)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Phase 2: 10 pilot Shopify merchants on Shannon testnet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Phase 3: Somnia mainnet + Shopify App Store listing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Phase 4: Agent marketplace — agents discover all Agent Checkout stores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Community: Discord dev-rel, demo video, blog post on Somnia Agents + x402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Competition &amp; Moat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850"/>
                </a:solidFill>
              </a:defRPr>
            </a:pPr>
            <a:r>
              <a:t>Direct / adjacent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Coinbase x402 demos — payment rail only</a:t>
            </a:r>
          </a:p>
          <a:p>
            <a:pPr>
              <a:spcAft>
                <a:spcPts val="800"/>
              </a:spcAft>
              <a:defRPr sz="1400"/>
            </a:pPr>
            <a:r>
              <a:t>Google AP2 + UCP — authorization, early merchant coalition</a:t>
            </a:r>
          </a:p>
          <a:p>
            <a:pPr>
              <a:spcAft>
                <a:spcPts val="800"/>
              </a:spcAft>
              <a:defRPr sz="1400"/>
            </a:pPr>
            <a:r>
              <a:t>Stripe MPP — HTTP auth scheme, Stripe ecosystem</a:t>
            </a:r>
          </a:p>
          <a:p>
            <a:pPr>
              <a:spcAft>
                <a:spcPts val="800"/>
              </a:spcAft>
              <a:defRPr sz="1400"/>
            </a:pPr>
            <a:r>
              <a:t>Custom agent wrappers per merchant — fragile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850"/>
                </a:solidFill>
              </a:defRPr>
            </a:pPr>
            <a:r>
              <a:t>Our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Shopify-native merchant UX + agent MCP in one product</a:t>
            </a:r>
          </a:p>
          <a:p>
            <a:pPr>
              <a:spcAft>
                <a:spcPts val="800"/>
              </a:spcAft>
              <a:defRPr sz="1400"/>
            </a:pPr>
            <a:r>
              <a:t>Somnia Agents integration depth (not generic EVM port)</a:t>
            </a:r>
          </a:p>
          <a:p>
            <a:pPr>
              <a:spcAft>
                <a:spcPts val="800"/>
              </a:spcAft>
              <a:defRPr sz="1400"/>
            </a:pPr>
            <a:r>
              <a:t>Open-source reference implementation for agent commerce</a:t>
            </a:r>
          </a:p>
          <a:p>
            <a:pPr>
              <a:spcAft>
                <a:spcPts val="800"/>
              </a:spcAft>
              <a:defRPr sz="1400"/>
            </a:pPr>
            <a:r>
              <a:t>First-mover in 'Shopify agent checkout on Somnia'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Q2 2026: Encode Agentathon submission, demo video, deploy to Vercel/Railway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Q3 2026: Production Somnia Agents (JSON API + LLM Inference on-chain)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Q3 2026: Somnia Reactivity — auto-fulfill on payment events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Q4 2026: Mainnet SOMI, Shopify App, multi-store agent catalog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2027: AP2/UCP mandate compatibility, enterprise compliance layer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50"/>
                </a:solidFill>
              </a:defRPr>
            </a:pPr>
            <a:r>
              <a:t>Team &amp; Ask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Why We Will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Shipping full-stack prototype, not slides-only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Deep alignment with Somnia's agentic L1 thesis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Timing: agent payment protocols hitting production adoption in 2026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Shopify TAM: millions of merchants need agent readiness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Clear demo narrative for judges and investors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7850"/>
                </a:solidFill>
              </a:defRPr>
            </a:pPr>
            <a:r>
              <a:t>Thank You</a:t>
            </a:r>
          </a:p>
          <a:p>
            <a:pPr>
              <a:spcBef>
                <a:spcPts val="1200"/>
              </a:spcBef>
              <a:defRPr sz="1800">
                <a:solidFill>
                  <a:srgbClr val="5A5A5A"/>
                </a:solidFill>
              </a:defRPr>
            </a:pPr>
            <a:r>
              <a:t>Agent Checkout — Where AI agents shop on Somnia</a:t>
            </a:r>
            <a:br/>
            <a:r>
              <a:t>GitHub: agent-checkout  |  Encode Agentathon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